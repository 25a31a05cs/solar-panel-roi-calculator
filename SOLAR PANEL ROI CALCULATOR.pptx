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8" r:id="rId2"/>
    <p:sldId id="270" r:id="rId3"/>
    <p:sldId id="259" r:id="rId4"/>
    <p:sldId id="268" r:id="rId5"/>
    <p:sldId id="263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406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97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92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412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486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31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29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42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15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32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695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419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615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11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909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781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1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14277D-1835-4438-977C-83C0C907C7ED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EB03E2-282C-4551-8163-E6DA6B0E2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050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eils-thermiques.org/contenu/panneaux_solaires_photovoltaiques_prix_rentabilite.php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7F99E-1ABC-5016-F81D-3665E40D5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135" y="162453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/>
              <a:t>SOLAR PANEL ROI CALCULATOR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7BA6-7C2B-33CC-1476-76CD496D4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485" y="2852057"/>
            <a:ext cx="9144000" cy="1655762"/>
          </a:xfrm>
        </p:spPr>
        <p:txBody>
          <a:bodyPr>
            <a:noAutofit/>
          </a:bodyPr>
          <a:lstStyle/>
          <a:p>
            <a:r>
              <a:rPr lang="en-US" sz="2400" b="1" dirty="0"/>
              <a:t>ABBIREDDY SATYAPRIYA KARTHIKA-25A31A05BH</a:t>
            </a:r>
          </a:p>
          <a:p>
            <a:r>
              <a:rPr lang="en-US" sz="2400" b="1" dirty="0"/>
              <a:t>MOHAMMAD RIZA SHEHNAAZ-25A31A05BY</a:t>
            </a:r>
          </a:p>
          <a:p>
            <a:r>
              <a:rPr lang="en-US" sz="2400" b="1" dirty="0"/>
              <a:t>GANIPE NITHIN BABU-25A31A05CS</a:t>
            </a:r>
          </a:p>
          <a:p>
            <a:r>
              <a:rPr lang="en-US" sz="2400" b="1" dirty="0"/>
              <a:t>KOPPANATHI NIKHIL-25A31A05CZ</a:t>
            </a:r>
          </a:p>
          <a:p>
            <a:r>
              <a:rPr lang="en-IN" sz="2400" b="1" dirty="0"/>
              <a:t>1</a:t>
            </a:r>
            <a:r>
              <a:rPr lang="en-IN" sz="2400" b="1" baseline="30000" dirty="0"/>
              <a:t>ST</a:t>
            </a:r>
            <a:r>
              <a:rPr lang="en-IN" sz="2400" b="1" dirty="0"/>
              <a:t> YEAR CSE-C   </a:t>
            </a:r>
          </a:p>
          <a:p>
            <a:r>
              <a:rPr lang="en-IN" sz="2400" b="1" dirty="0"/>
              <a:t>PEC(A),SURAMPALEM.</a:t>
            </a:r>
          </a:p>
          <a:p>
            <a:r>
              <a:rPr lang="en-IN" sz="2400" b="1" dirty="0"/>
              <a:t>Guided by –manas yogi sir.</a:t>
            </a:r>
          </a:p>
          <a:p>
            <a:endParaRPr lang="en-IN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85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3991D-4552-B2DD-A5CB-A98779DD7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CONTEXT</a:t>
            </a:r>
            <a:endParaRPr lang="en-IN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3D2EA-6F71-3A64-6923-2F6D04D34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/>
              <a:t>A Solar Panel ROI Calculator is a tool used to evaluate the financial benefits of installing a solar energy system. Since solar panels require a significant initial investment, users often want to understand how long it will take to recover the cost and how much savings they can achieve over time</a:t>
            </a:r>
            <a:r>
              <a:rPr lang="en-US" dirty="0"/>
              <a:t>. </a:t>
            </a:r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7F0C915-4483-196C-1E9A-6E251C1BC9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3086" r="23086"/>
          <a:stretch>
            <a:fillRect/>
          </a:stretch>
        </p:blipFill>
        <p:spPr/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914BEB-883A-B892-B977-70812FEBEAC2}"/>
              </a:ext>
            </a:extLst>
          </p:cNvPr>
          <p:cNvSpPr txBox="1"/>
          <p:nvPr/>
        </p:nvSpPr>
        <p:spPr>
          <a:xfrm>
            <a:off x="7536253" y="5486400"/>
            <a:ext cx="3280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conseils-thermiques.org/contenu/panneaux_solaires_photovoltaiques_prix_rentabilite.php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43555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1246-7985-FE1D-ABBA-B81610A7C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30" y="685800"/>
            <a:ext cx="10131425" cy="1456267"/>
          </a:xfrm>
        </p:spPr>
        <p:txBody>
          <a:bodyPr>
            <a:normAutofit/>
          </a:bodyPr>
          <a:lstStyle/>
          <a:p>
            <a:r>
              <a:rPr lang="en-US" sz="4000" b="1" dirty="0"/>
              <a:t>OBJECTIVE OF THE PROJECT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C6924-49E7-0A24-13A7-3DDDFD719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Determining the payback period of the investment.</a:t>
            </a:r>
          </a:p>
          <a:p>
            <a:r>
              <a:rPr lang="en-US" sz="2800" dirty="0"/>
              <a:t>Comparing installation cost and long-term benefits.</a:t>
            </a:r>
          </a:p>
          <a:p>
            <a:r>
              <a:rPr lang="en-US" sz="2800" dirty="0"/>
              <a:t>To help users make financially informed decisions.</a:t>
            </a:r>
          </a:p>
          <a:p>
            <a:r>
              <a:rPr lang="en-US" sz="2800" dirty="0"/>
              <a:t>Analyzing the effect of subsidy on solar panels.</a:t>
            </a:r>
          </a:p>
          <a:p>
            <a:r>
              <a:rPr lang="en-US" sz="2800" dirty="0"/>
              <a:t>Promoting cost-effective and sustainable energy solutions.</a:t>
            </a:r>
          </a:p>
          <a:p>
            <a:r>
              <a:rPr lang="en-US" sz="2800" dirty="0"/>
              <a:t>Reducing dependency on conventional electricity sources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8890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E31-5963-CBCE-230F-9DACFD07D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of 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6824-3A65-CCC8-2EE7-8B94F8C0C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941504"/>
            <a:ext cx="10131425" cy="3723701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lang="en-US" altLang="en-US" sz="2800" dirty="0">
                <a:latin typeface="Arial" panose="020B0604020202020204" pitchFamily="34" charset="0"/>
              </a:rPr>
              <a:t>Manual calculation of ROI is time-consuming 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 High chance of calculation errors 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 Difficult to consider multiple factors (maintenance, subsidy).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 No comparison between different solar configurations.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  Lack of </a:t>
            </a:r>
            <a:r>
              <a:rPr lang="en-US" sz="2800" b="1" dirty="0"/>
              <a:t>user-friendly tools</a:t>
            </a:r>
            <a:r>
              <a:rPr lang="en-US" sz="2800" dirty="0"/>
              <a:t> for beginners.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  Hard to estimate long-term savings accurately.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  Requires </a:t>
            </a:r>
            <a:r>
              <a:rPr lang="en-US" sz="2800" b="1" dirty="0"/>
              <a:t>technical knowledge</a:t>
            </a:r>
            <a:r>
              <a:rPr lang="en-US" sz="2800" dirty="0"/>
              <a:t> to compute manually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8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48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CF64-2DF9-F85E-3089-607B3FCA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Advantages of Proposed System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625D-9465-6B6F-D0D6-7A56EB1C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</a:rPr>
              <a:t>Reduces human calculation errors.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Gives instant results.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User-friendly and easy to use.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Helps in better financial planning.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Encourages solar energy adoption.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IN" sz="2800" dirty="0"/>
              <a:t> Calculates payback period easily.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IN" sz="2800" dirty="0"/>
              <a:t> Saves time and effort.</a:t>
            </a:r>
            <a:endParaRPr lang="en-US" altLang="en-US" sz="28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66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07FB3-4574-0A96-34A1-CC987AB3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618518"/>
            <a:ext cx="8402182" cy="5477482"/>
          </a:xfrm>
        </p:spPr>
        <p:txBody>
          <a:bodyPr>
            <a:normAutofit/>
          </a:bodyPr>
          <a:lstStyle/>
          <a:p>
            <a:r>
              <a:rPr lang="en-US" sz="8800" b="1" dirty="0"/>
              <a:t>THANK YOU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195481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120</TotalTime>
  <Words>255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SOLAR PANEL ROI CALCULATOR</vt:lpstr>
      <vt:lpstr>CONTEXT</vt:lpstr>
      <vt:lpstr>OBJECTIVE OF THE PROJECT</vt:lpstr>
      <vt:lpstr>Limitations of existing system</vt:lpstr>
      <vt:lpstr>Advantages of Proposed System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Karthika Abbireddy</dc:creator>
  <cp:lastModifiedBy>Karthika Abbireddy</cp:lastModifiedBy>
  <cp:revision>8</cp:revision>
  <dcterms:created xsi:type="dcterms:W3CDTF">2026-03-31T13:36:31Z</dcterms:created>
  <dcterms:modified xsi:type="dcterms:W3CDTF">2026-04-02T03:54:30Z</dcterms:modified>
</cp:coreProperties>
</file>